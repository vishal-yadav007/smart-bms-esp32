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5.png"/><Relationship Id="rId7" Type="http://schemas.openxmlformats.org/officeDocument/2006/relationships/image" Target="../media/image-4-4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80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IoT-BASED HARDWARE PROJECT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Battery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577840" y="1097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577840" y="13716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B. Kalyani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26517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Sanjay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24P81A0403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Rakesh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24P81A0407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Vishal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24P81A0417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Dhanush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24P81A0422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voltage, current and temperature of the battery pack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931920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463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20116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data between two ESP32 nodes over a CAN bus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931920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1089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6576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the cooling fan automatically when the pack gets hot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2926080"/>
            <a:ext cx="3931920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1089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6576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live data and SoC / SoH on a Node-RED dashboard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Battery Management System   |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Lithium-ion packs get damaged when voltage, current or temperature go beyond safe limits.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monitors a 3S Li-ion pack in real time using two ESP32 boards connected by a CAN bus.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ESP32 reads the sensors and sends the data; the other receives it, controls a 12V cooling fan and feeds a Node-RED dashboard.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Battery Management System   |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60220"/>
            <a:ext cx="91440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pic>
        <p:nvPicPr>
          <p:cNvPr id="4" name="Image 0" descr="/home/claude/icons/batt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15084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3637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 Battery Pack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737360" y="1188720"/>
            <a:ext cx="91440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pic>
        <p:nvPicPr>
          <p:cNvPr id="7" name="Image 1" descr="/home/claude/icons/volt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243584"/>
            <a:ext cx="548640" cy="5486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7922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Sensor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737360" y="2331720"/>
            <a:ext cx="91440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pic>
        <p:nvPicPr>
          <p:cNvPr id="10" name="Image 2" descr="/home/claude/icons/acs71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2386584"/>
            <a:ext cx="548640" cy="5486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37360" y="29352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ACS712 Current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2926080" y="1760220"/>
            <a:ext cx="91440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pic>
        <p:nvPicPr>
          <p:cNvPr id="13" name="Image 3" descr="/home/claude/icons/esp3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815084"/>
            <a:ext cx="548640" cy="5486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2926080" y="23637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(TX)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4114800" y="1760220"/>
            <a:ext cx="91440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pic>
        <p:nvPicPr>
          <p:cNvPr id="16" name="Image 4" descr="/home/claude/icons/mcp251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815084"/>
            <a:ext cx="548640" cy="54864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114800" y="23637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MCP2515 CAN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5303520" y="1760220"/>
            <a:ext cx="91440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pic>
        <p:nvPicPr>
          <p:cNvPr id="19" name="Image 5" descr="/home/claude/icons/mcp251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1815084"/>
            <a:ext cx="548640" cy="54864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303520" y="23637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MCP2515 CAN</a:t>
            </a:r>
            <a:endParaRPr lang="en-US" sz="900" dirty="0"/>
          </a:p>
        </p:txBody>
      </p:sp>
      <p:sp>
        <p:nvSpPr>
          <p:cNvPr id="21" name="Shape 13"/>
          <p:cNvSpPr/>
          <p:nvPr/>
        </p:nvSpPr>
        <p:spPr>
          <a:xfrm>
            <a:off x="6492240" y="1760220"/>
            <a:ext cx="91440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pic>
        <p:nvPicPr>
          <p:cNvPr id="22" name="Image 6" descr="/home/claude/icons/esp3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1815084"/>
            <a:ext cx="548640" cy="54864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492240" y="23637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(RX)</a:t>
            </a:r>
            <a:endParaRPr lang="en-US" sz="900" dirty="0"/>
          </a:p>
        </p:txBody>
      </p:sp>
      <p:sp>
        <p:nvSpPr>
          <p:cNvPr id="24" name="Shape 15"/>
          <p:cNvSpPr/>
          <p:nvPr/>
        </p:nvSpPr>
        <p:spPr>
          <a:xfrm>
            <a:off x="6492240" y="3474720"/>
            <a:ext cx="91440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pic>
        <p:nvPicPr>
          <p:cNvPr id="25" name="Image 7" descr="/home/claude/icons/dht2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3529584"/>
            <a:ext cx="548640" cy="54864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6492240" y="40782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Temp</a:t>
            </a:r>
            <a:endParaRPr lang="en-US" sz="900" dirty="0"/>
          </a:p>
        </p:txBody>
      </p:sp>
      <p:sp>
        <p:nvSpPr>
          <p:cNvPr id="27" name="Shape 17"/>
          <p:cNvSpPr/>
          <p:nvPr/>
        </p:nvSpPr>
        <p:spPr>
          <a:xfrm>
            <a:off x="7680960" y="1188720"/>
            <a:ext cx="91440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pic>
        <p:nvPicPr>
          <p:cNvPr id="28" name="Image 8" descr="/home/claude/icons/rela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840" y="1243584"/>
            <a:ext cx="548640" cy="54864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7680960" y="17922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Module</a:t>
            </a:r>
            <a:endParaRPr lang="en-US" sz="900" dirty="0"/>
          </a:p>
        </p:txBody>
      </p:sp>
      <p:sp>
        <p:nvSpPr>
          <p:cNvPr id="30" name="Shape 19"/>
          <p:cNvSpPr/>
          <p:nvPr/>
        </p:nvSpPr>
        <p:spPr>
          <a:xfrm>
            <a:off x="7680960" y="2331720"/>
            <a:ext cx="91440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pic>
        <p:nvPicPr>
          <p:cNvPr id="31" name="Image 9" descr="/home/claude/icons/fa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0" y="2386584"/>
            <a:ext cx="548640" cy="54864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7680960" y="29352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12V Fan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(Cooling)</a:t>
            </a:r>
            <a:endParaRPr lang="en-US" sz="900" dirty="0"/>
          </a:p>
        </p:txBody>
      </p:sp>
      <p:sp>
        <p:nvSpPr>
          <p:cNvPr id="33" name="Shape 21"/>
          <p:cNvSpPr/>
          <p:nvPr/>
        </p:nvSpPr>
        <p:spPr>
          <a:xfrm>
            <a:off x="7680960" y="3474720"/>
            <a:ext cx="91440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pic>
        <p:nvPicPr>
          <p:cNvPr id="34" name="Image 10" descr="/home/claude/icons/dashboar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3840" y="3529584"/>
            <a:ext cx="548640" cy="54864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7680960" y="407822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</a:t>
            </a:r>
            <a:endParaRPr lang="en-US" sz="900" dirty="0"/>
          </a:p>
        </p:txBody>
      </p:sp>
      <p:sp>
        <p:nvSpPr>
          <p:cNvPr id="36" name="Shape 23"/>
          <p:cNvSpPr/>
          <p:nvPr/>
        </p:nvSpPr>
        <p:spPr>
          <a:xfrm>
            <a:off x="1463040" y="2240280"/>
            <a:ext cx="1371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7" name="Shape 24"/>
          <p:cNvSpPr/>
          <p:nvPr/>
        </p:nvSpPr>
        <p:spPr>
          <a:xfrm>
            <a:off x="1600200" y="1668780"/>
            <a:ext cx="0" cy="11430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38" name="Shape 25"/>
          <p:cNvSpPr/>
          <p:nvPr/>
        </p:nvSpPr>
        <p:spPr>
          <a:xfrm>
            <a:off x="1600200" y="1668780"/>
            <a:ext cx="1371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9" name="Shape 26"/>
          <p:cNvSpPr/>
          <p:nvPr/>
        </p:nvSpPr>
        <p:spPr>
          <a:xfrm>
            <a:off x="1600200" y="2811780"/>
            <a:ext cx="1371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0" name="Shape 27"/>
          <p:cNvSpPr/>
          <p:nvPr/>
        </p:nvSpPr>
        <p:spPr>
          <a:xfrm>
            <a:off x="2651760" y="1668780"/>
            <a:ext cx="1371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1" name="Shape 28"/>
          <p:cNvSpPr/>
          <p:nvPr/>
        </p:nvSpPr>
        <p:spPr>
          <a:xfrm>
            <a:off x="2651760" y="2811780"/>
            <a:ext cx="1371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2" name="Shape 29"/>
          <p:cNvSpPr/>
          <p:nvPr/>
        </p:nvSpPr>
        <p:spPr>
          <a:xfrm>
            <a:off x="2788920" y="1668780"/>
            <a:ext cx="0" cy="11430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3" name="Shape 30"/>
          <p:cNvSpPr/>
          <p:nvPr/>
        </p:nvSpPr>
        <p:spPr>
          <a:xfrm>
            <a:off x="2788920" y="2240280"/>
            <a:ext cx="1371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4" name="Shape 31"/>
          <p:cNvSpPr/>
          <p:nvPr/>
        </p:nvSpPr>
        <p:spPr>
          <a:xfrm>
            <a:off x="3840480" y="2240280"/>
            <a:ext cx="2743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5" name="Shape 32"/>
          <p:cNvSpPr/>
          <p:nvPr/>
        </p:nvSpPr>
        <p:spPr>
          <a:xfrm>
            <a:off x="5029200" y="2194560"/>
            <a:ext cx="274320" cy="0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</p:sp>
      <p:sp>
        <p:nvSpPr>
          <p:cNvPr id="46" name="Shape 33"/>
          <p:cNvSpPr/>
          <p:nvPr/>
        </p:nvSpPr>
        <p:spPr>
          <a:xfrm>
            <a:off x="5029200" y="2286000"/>
            <a:ext cx="274320" cy="0"/>
          </a:xfrm>
          <a:prstGeom prst="line">
            <a:avLst/>
          </a:prstGeom>
          <a:noFill/>
          <a:ln w="31750">
            <a:solidFill>
              <a:srgbClr val="000000"/>
            </a:solidFill>
            <a:prstDash val="solid"/>
          </a:ln>
        </p:spPr>
      </p:sp>
      <p:sp>
        <p:nvSpPr>
          <p:cNvPr id="47" name="Text 34"/>
          <p:cNvSpPr txBox="1"/>
          <p:nvPr/>
        </p:nvSpPr>
        <p:spPr>
          <a:xfrm>
            <a:off x="4526280" y="14859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CAN-H / CAN-L</a:t>
            </a:r>
            <a:endParaRPr lang="en-US" sz="900" dirty="0"/>
          </a:p>
        </p:txBody>
      </p:sp>
      <p:sp>
        <p:nvSpPr>
          <p:cNvPr id="48" name="Shape 35"/>
          <p:cNvSpPr/>
          <p:nvPr/>
        </p:nvSpPr>
        <p:spPr>
          <a:xfrm>
            <a:off x="6217920" y="2240280"/>
            <a:ext cx="2743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9" name="Shape 36"/>
          <p:cNvSpPr/>
          <p:nvPr/>
        </p:nvSpPr>
        <p:spPr>
          <a:xfrm flipV="1">
            <a:off x="6949440" y="2720340"/>
            <a:ext cx="0" cy="75438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0" name="Text 37"/>
          <p:cNvSpPr txBox="1"/>
          <p:nvPr/>
        </p:nvSpPr>
        <p:spPr>
          <a:xfrm>
            <a:off x="7004304" y="32461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GPIO27</a:t>
            </a:r>
            <a:endParaRPr lang="en-US" sz="900" dirty="0"/>
          </a:p>
        </p:txBody>
      </p:sp>
      <p:sp>
        <p:nvSpPr>
          <p:cNvPr id="51" name="Shape 38"/>
          <p:cNvSpPr/>
          <p:nvPr/>
        </p:nvSpPr>
        <p:spPr>
          <a:xfrm>
            <a:off x="7406640" y="2240280"/>
            <a:ext cx="1371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52" name="Shape 39"/>
          <p:cNvSpPr/>
          <p:nvPr/>
        </p:nvSpPr>
        <p:spPr>
          <a:xfrm>
            <a:off x="7543800" y="1668780"/>
            <a:ext cx="0" cy="22860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53" name="Shape 40"/>
          <p:cNvSpPr/>
          <p:nvPr/>
        </p:nvSpPr>
        <p:spPr>
          <a:xfrm>
            <a:off x="7543800" y="1668780"/>
            <a:ext cx="1371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4" name="Shape 41"/>
          <p:cNvSpPr/>
          <p:nvPr/>
        </p:nvSpPr>
        <p:spPr>
          <a:xfrm>
            <a:off x="7543800" y="3954780"/>
            <a:ext cx="1371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5" name="Shape 42"/>
          <p:cNvSpPr/>
          <p:nvPr/>
        </p:nvSpPr>
        <p:spPr>
          <a:xfrm>
            <a:off x="8138160" y="2148840"/>
            <a:ext cx="0" cy="18288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56" name="Text 43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Battery Management System   |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Required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08176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80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 Module (x2)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93192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31136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MCP2515 CAN Module (x2)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393192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054096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Sensor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393192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877056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749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ACS712 Current Sensor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63440" y="1280160"/>
            <a:ext cx="393192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1408176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0600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1280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Temperature Sensor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63440" y="2103120"/>
            <a:ext cx="393192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2231136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2231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2103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 Li-ion Battery Pack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63440" y="2926080"/>
            <a:ext cx="393192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3054096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0060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349240" y="2926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Relay Module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663440" y="3749040"/>
            <a:ext cx="393192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3877056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0060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349240" y="37490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12V DC Fan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Battery Management System   |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8288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128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voltage, current, temperature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2057400"/>
            <a:ext cx="228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06040" y="1280160"/>
            <a:ext cx="18288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889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2128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ESP32-TX sends CAN frames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2057400"/>
            <a:ext cx="228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63440" y="1280160"/>
            <a:ext cx="18288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2128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ESP32-RX decodes the data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2057400"/>
            <a:ext cx="228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20840" y="1280160"/>
            <a:ext cx="182880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2128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control and alerts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Logic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520440"/>
            <a:ext cx="2560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520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normal</a:t>
            </a:r>
            <a:endParaRPr lang="en-US" sz="12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OFF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91840" y="3520440"/>
            <a:ext cx="256032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91840" y="3520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31°C or above</a:t>
            </a:r>
            <a:endParaRPr lang="en-US" sz="12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35040" y="3520440"/>
            <a:ext cx="2560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35040" y="3520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/ current abnormal</a:t>
            </a:r>
            <a:endParaRPr lang="en-US" sz="12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Battery Management System   |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82880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ESP32-RX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377440" y="1645920"/>
            <a:ext cx="228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606040" y="1280160"/>
            <a:ext cx="182880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Flow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645920"/>
            <a:ext cx="228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63440" y="1280160"/>
            <a:ext cx="182880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92240" y="1645920"/>
            <a:ext cx="228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720840" y="1280160"/>
            <a:ext cx="182880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/ SoH Estimation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560320"/>
            <a:ext cx="14813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69748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 V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3375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76272" y="2560320"/>
            <a:ext cx="14813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176272" y="269748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A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2176272" y="33375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03904" y="2560320"/>
            <a:ext cx="148132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03904" y="269748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29.4 °C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3803904" y="33375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31536" y="2560320"/>
            <a:ext cx="1481328" cy="1371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31536" y="269748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78 %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5431536" y="33375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560320"/>
            <a:ext cx="1481328" cy="1371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59168" y="269748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92 %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7059168" y="33375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= State of Charge     SoH = State of Health     (values shown are sample readings)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Battery Management System   |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Applications &amp; 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310896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CAN communication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cooling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SoC / SoH dashboard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60320" cy="310896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01168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 and robots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storage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power units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560320" cy="310896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01168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alerts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balancing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Multi-pack monitoring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alerts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Battery Management System   |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Battery Management System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Battery Management System</dc:title>
  <dc:subject>PptxGenJS Presentation</dc:subject>
  <dc:creator>PptxGenJS</dc:creator>
  <cp:lastModifiedBy>PptxGenJS</cp:lastModifiedBy>
  <cp:revision>1</cp:revision>
  <dcterms:created xsi:type="dcterms:W3CDTF">2026-09-28T08:52:05Z</dcterms:created>
  <dcterms:modified xsi:type="dcterms:W3CDTF">2026-09-28T08:52:05Z</dcterms:modified>
</cp:coreProperties>
</file>